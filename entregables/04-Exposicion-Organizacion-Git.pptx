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45c4478954744" /><Relationship Type="http://schemas.openxmlformats.org/officeDocument/2006/relationships/extended-properties" Target="/docProps/app.xml" Id="R8d6929d592f84a4d" /><Relationship Type="http://schemas.openxmlformats.org/officeDocument/2006/relationships/officeDocument" Target="/ppt/presentation.xml" Id="Rfb7a8e7756b24e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72fc6d63404591"/>
  </p:sldMasterIdLst>
  <p:notesMasterIdLst>
    <p:notesMasterId xmlns:r="http://schemas.openxmlformats.org/officeDocument/2006/relationships" r:id="Rb5a0a48c13994704"/>
  </p:notesMasterIdLst>
  <p:sldIdLst>
    <p:sldId xmlns:r="http://schemas.openxmlformats.org/officeDocument/2006/relationships" id="256" r:id="R165ce3f4ea0d4194"/>
    <p:sldId xmlns:r="http://schemas.openxmlformats.org/officeDocument/2006/relationships" id="257" r:id="Reaa1d12fa8034a3d"/>
    <p:sldId xmlns:r="http://schemas.openxmlformats.org/officeDocument/2006/relationships" id="258" r:id="R29d60e2adcc5443a"/>
    <p:sldId xmlns:r="http://schemas.openxmlformats.org/officeDocument/2006/relationships" id="259" r:id="R1a7bf3b388f1445b"/>
    <p:sldId xmlns:r="http://schemas.openxmlformats.org/officeDocument/2006/relationships" id="260" r:id="R6206e881092f4b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06d0cd00d54ee2" /><Relationship Type="http://schemas.openxmlformats.org/officeDocument/2006/relationships/slideMaster" Target="/ppt/slideMasters/slideMaster1.xml" Id="R6e72fc6d63404591" /><Relationship Type="http://schemas.openxmlformats.org/officeDocument/2006/relationships/notesMaster" Target="/ppt/notesMasters/notesMaster1.xml" Id="Rb5a0a48c13994704" /><Relationship Type="http://schemas.openxmlformats.org/officeDocument/2006/relationships/presProps" Target="/ppt/presProps.xml" Id="R024a46100f514b40" /><Relationship Type="http://schemas.openxmlformats.org/officeDocument/2006/relationships/tableStyles" Target="/ppt/tableStyles.xml" Id="Redbfcb93ee214ede" /><Relationship Type="http://schemas.openxmlformats.org/officeDocument/2006/relationships/slide" Target="/ppt/slides/slide1.xml" Id="R165ce3f4ea0d4194" /><Relationship Type="http://schemas.openxmlformats.org/officeDocument/2006/relationships/slide" Target="/ppt/slides/slide2.xml" Id="Reaa1d12fa8034a3d" /><Relationship Type="http://schemas.openxmlformats.org/officeDocument/2006/relationships/slide" Target="/ppt/slides/slide3.xml" Id="R29d60e2adcc5443a" /><Relationship Type="http://schemas.openxmlformats.org/officeDocument/2006/relationships/slide" Target="/ppt/slides/slide4.xml" Id="R1a7bf3b388f1445b" /><Relationship Type="http://schemas.openxmlformats.org/officeDocument/2006/relationships/slide" Target="/ppt/slides/slide5.xml" Id="R6206e881092f4b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e199be4c9449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2e3cac657a4cd1" /><Relationship Type="http://schemas.openxmlformats.org/officeDocument/2006/relationships/notesMaster" Target="/ppt/notesMasters/notesMaster1.xml" Id="Rffd3b9f747bf49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9500681b344c95" /><Relationship Type="http://schemas.openxmlformats.org/officeDocument/2006/relationships/notesMaster" Target="/ppt/notesMasters/notesMaster1.xml" Id="R5b2d5044df674e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bc0af1bea641f4" /><Relationship Type="http://schemas.openxmlformats.org/officeDocument/2006/relationships/notesMaster" Target="/ppt/notesMasters/notesMaster1.xml" Id="R328b8bc7e74d4c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5be501100477e" /><Relationship Type="http://schemas.openxmlformats.org/officeDocument/2006/relationships/notesMaster" Target="/ppt/notesMasters/notesMaster1.xml" Id="R0c220129bfbc43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711a95ae0643b3" /><Relationship Type="http://schemas.openxmlformats.org/officeDocument/2006/relationships/notesMaster" Target="/ppt/notesMasters/notesMaster1.xml" Id="R64f087cbb9a24a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d35d658f0449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5e7e430d8b4c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73d78814e046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c86f7ced44e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99371778140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206702dd074d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9B7FA5-CD8E-486F-A02A-B2A19D9CD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683484F-C2B2-4E26-9646-94611B4647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4785C68-EC06-445B-8FB5-4D09CE7C5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4F0DE4-DF45-4928-A35D-EBEA7B4D01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F3B0AA-4B92-49F9-84EF-44F35856A4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B5C9DC-4397-4E3F-AA07-780817DC2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BBED52-B096-46DA-A86D-AD132CA243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1C8FFBE-B572-4C8D-B380-DB4006F0E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9FF770-A7B3-4B67-9CB7-B45E1D3750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BA685A-D9C6-4504-985D-0F7D56F611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1a735b6173448a" /><Relationship Type="http://schemas.openxmlformats.org/officeDocument/2006/relationships/slideLayout" Target="/ppt/slideLayouts/slideLayout1.xml" Id="R747a1f947ce0410f" /><Relationship Type="http://schemas.openxmlformats.org/officeDocument/2006/relationships/slideLayout" Target="/ppt/slideLayouts/slideLayout2.xml" Id="Rc6fa69cb987f4b08" /><Relationship Type="http://schemas.openxmlformats.org/officeDocument/2006/relationships/slideLayout" Target="/ppt/slideLayouts/slideLayout3.xml" Id="Rb102390bc9534b3d" /><Relationship Type="http://schemas.openxmlformats.org/officeDocument/2006/relationships/slideLayout" Target="/ppt/slideLayouts/slideLayout4.xml" Id="R9e2ca5766662493e" /><Relationship Type="http://schemas.openxmlformats.org/officeDocument/2006/relationships/slideLayout" Target="/ppt/slideLayouts/slideLayout5.xml" Id="R7fb04843a37047f0" /><Relationship Type="http://schemas.openxmlformats.org/officeDocument/2006/relationships/slideLayout" Target="/ppt/slideLayouts/slideLayout6.xml" Id="R68e85bbeba4d44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7a1f947ce0410f"/>
    <p:sldLayoutId xmlns:r="http://schemas.openxmlformats.org/officeDocument/2006/relationships" id="2147483650" r:id="Rc6fa69cb987f4b08"/>
    <p:sldLayoutId xmlns:r="http://schemas.openxmlformats.org/officeDocument/2006/relationships" id="2147483651" r:id="Rb102390bc9534b3d"/>
    <p:sldLayoutId xmlns:r="http://schemas.openxmlformats.org/officeDocument/2006/relationships" id="2147483652" r:id="R9e2ca5766662493e"/>
    <p:sldLayoutId xmlns:r="http://schemas.openxmlformats.org/officeDocument/2006/relationships" id="2147483653" r:id="R7fb04843a37047f0"/>
    <p:sldLayoutId xmlns:r="http://schemas.openxmlformats.org/officeDocument/2006/relationships" id="2147483654" r:id="R68e85bbeba4d44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157b916714c1f" /><Relationship Type="http://schemas.openxmlformats.org/officeDocument/2006/relationships/notesSlide" Target="/ppt/notesSlides/notesSlide1.xml" Id="R8cb60be25f7c42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96e75cd904533" /><Relationship Type="http://schemas.openxmlformats.org/officeDocument/2006/relationships/notesSlide" Target="/ppt/notesSlides/notesSlide2.xml" Id="Rc9d0307b3ada42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d78a55f8914bf7" /><Relationship Type="http://schemas.openxmlformats.org/officeDocument/2006/relationships/notesSlide" Target="/ppt/notesSlides/notesSlide3.xml" Id="R1858666a3b904a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528bd98b149ca" /><Relationship Type="http://schemas.openxmlformats.org/officeDocument/2006/relationships/notesSlide" Target="/ppt/notesSlides/notesSlide4.xml" Id="Ra29c3e65382545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d80d99a7064ed5" /><Relationship Type="http://schemas.openxmlformats.org/officeDocument/2006/relationships/notesSlide" Target="/ppt/notesSlides/notesSlide5.xml" Id="Rce5eeb56590d43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AB6EF-F68F-48A5-9253-70CE4F67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6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Automatización de pruebas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7E0EE-2AC5-4B66-A589-E4A55090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B9D9EA"/>
                </a:solidFill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B9D9EA"/>
                </a:solidFill>
              </a:defRPr>
            </a:pPr>
            <a:r>
              <a:rPr sz="1950" b="0">
                <a:solidFill>
                  <a:srgbClr val="B9D9EA"/>
                </a:solidFill>
              </a:rPr>
              <a:t>Doctor Patient Portal con Cypress y 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0D82B-2A3C-41EC-A38C-7852382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Plan de pruebas · Historias y casos · Ejecución · Organización Git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32375-180C-4C1E-97CC-769003AD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D7E8F2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D7E8F2"/>
                </a:solidFill>
              </a:defRPr>
            </a:pPr>
            <a:r>
              <a:rPr sz="1200" b="0">
                <a:solidFill>
                  <a:srgbClr val="D7E8F2"/>
                </a:solidFill>
              </a:rPr>
              <a:t>Noemy Molina Garron  |  Wendy Ramirez Veizaga  |  Natalia Romero Cuqui  |  Alex Joshua Villegas Ibanez</a:t>
            </a:r>
          </a:p>
        </p:txBody>
      </p:sp>
    </p:spTree>
    <p:extLst>
      <p:ext uri="{BB962C8B-B14F-4D97-AF65-F5344CB8AC3E}">
        <p14:creationId xmlns:p14="http://schemas.microsoft.com/office/powerpoint/2010/main" val="1775511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A6D41-7014-4E7F-AA6C-046E342A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98F79-6E97-4860-AD2D-21A3A18B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Objetivo y entorno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8701A-98E0-4DF8-AC28-44012ACA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Reproducir los flujos principales con un entorno de prueba compartido.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B46C3-C849-44CB-99AF-B09112A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A9C82-3A1B-4AE4-B588-83DA9AF7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Aplicación web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25E81-D4A3-4307-B141-7BD9A7F2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Java / JSP en Tomcat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70088-6A78-4F81-961D-9F037674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Base de datos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5974B-72F6-4361-8458-EC895D75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MySQL en Docker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2325F-2DF3-4904-A2AC-DC620B2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Automatización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FD400-24FA-49CC-9830-6640EEA7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Cypress local en 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0728-24F3-4371-85F9-6D4DAC07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2304A"/>
                </a:solidFill>
              </a:defRPr>
            </a:pPr>
            <a:r>
              <a:rPr sz="1800" b="1">
                <a:solidFill>
                  <a:srgbClr val="12304A"/>
                </a:solidFill>
              </a:rPr>
              <a:t>Cronograma: Docker/MySQL 12/10 (realizado)</a:t>
            </a:r>
          </a:p>
          <a:p xmlns:a="http://schemas.openxmlformats.org/drawingml/2006/main">
            <a:pPr>
              <a:buNone/>
              <a:defRPr sz="1800" b="1">
                <a:solidFill>
                  <a:srgbClr val="12304A"/>
                </a:solidFill>
              </a:defRPr>
            </a:pPr>
            <a:r>
              <a:rPr sz="1800" b="1">
                <a:solidFill>
                  <a:srgbClr val="12304A"/>
                </a:solidFill>
              </a:rPr>
              <a:t>Planificación 14/10 · seguimientos 15–18/10 (planificados) · exposición 19/10.</a:t>
            </a:r>
          </a:p>
        </p:txBody>
      </p:sp>
    </p:spTree>
    <p:extLst>
      <p:ext uri="{BB962C8B-B14F-4D97-AF65-F5344CB8AC3E}">
        <p14:creationId xmlns:p14="http://schemas.microsoft.com/office/powerpoint/2010/main" val="10062568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791DD-4297-4709-8E0B-EB2FE2EA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B753E-CBFD-4E25-BCED-8BDA553E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Cobertura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01529-AFA2-456F-8DD2-E109E4DE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22 casos para las páginas funcionales; el alta de otro administrador queda como brecha.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B876A-C808-4A4C-96BE-FADB51DD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07298-00AF-46FA-8FA2-A0D16E8E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Administración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8B9D1-EA4B-43AF-8B35-84D517F9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667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especialidad · alta/edición/listado/eliminación de doctores · citas globales · logout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8E31F-00B4-4EAD-A74C-4C26A641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Paciente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E1EAA-4941-4159-938C-DB26E91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6050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Registro · login · solicitar/consultar cita · cambiar contraseña · logout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E9F02-1BEE-4096-B2C9-44987E76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BE652-90B9-4890-AEC1-D973AC5C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dashboard · pacientes/tratamientos · perfil/clave · logout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5D3CD-0E15-4879-94FF-029C11A9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Brecha detectada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A2ED1-3069-4C7C-B14E-53C01E5F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481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Registrar otro administrador no está disponible en esta versión; se documenta como pendiente.</a:t>
            </a:r>
          </a:p>
        </p:txBody>
      </p:sp>
    </p:spTree>
    <p:extLst>
      <p:ext uri="{BB962C8B-B14F-4D97-AF65-F5344CB8AC3E}">
        <p14:creationId xmlns:p14="http://schemas.microsoft.com/office/powerpoint/2010/main" val="3647348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035A6-6124-4417-942E-ABC55ABB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89B5E-FE8F-47E7-ADF0-F49A0505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Ejecución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2C3A6-912A-4DBF-9D4A-46F85A2F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La suite separa los flujos de visitante, administración, paciente y doctor.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B8B8B-D92A-4D35-B81D-6EEB4473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C0ADA-E944-4C64-958B-D1932F06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C6079-3EDB-433A-85AC-3C2571BE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Levantar app y MySQL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672A5-D04C-4906-B2C0-633E12FF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3C478-F25F-4F73-A13E-613D2913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290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Abrir Cypress en VS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DCF825-6DDF-49C4-9B2E-F7B7A99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11DE6-BA24-40DB-930D-07E61FFC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29125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Revisar resultado y capturas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57C5A-CA0F-4362-A8C5-A55140CE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Cypress 16.1.1 · 22 passing · 0 failing · 0 pending (14/10/2026).</a:t>
            </a:r>
          </a:p>
        </p:txBody>
      </p:sp>
    </p:spTree>
    <p:extLst>
      <p:ext uri="{BB962C8B-B14F-4D97-AF65-F5344CB8AC3E}">
        <p14:creationId xmlns:p14="http://schemas.microsoft.com/office/powerpoint/2010/main" val="1590082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4E9B7-9503-4A48-ACEC-82346E30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66D62-57F6-47EC-AA0C-B4A60F5D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Scrum ligero y Git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7FF2C-3F05-4BFD-AEE8-7B6E7CDF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Planificación 14/10 · seguimientos 15–18/10 · ensayo 18/10.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2207C-F3C4-485D-AAE3-4781B7F0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D0485-8B81-4828-B2E7-4377A070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304A"/>
                </a:solidFill>
              </a:defRPr>
            </a:pPr>
            <a:r>
              <a:rPr sz="2100" b="1">
                <a:solidFill>
                  <a:srgbClr val="12304A"/>
                </a:solidFill>
              </a:rPr>
              <a:t>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7A657-D222-4DAC-9238-2E92821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52675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← ramas feat/documentacion · feat/cypress · feat/casos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C0A03-E897-4CE5-85C7-FA84834A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813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Wendy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0D671-DA4F-4EB2-AA2E-B9188733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Plan y casos de administración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7346D-B0EC-4EC9-BEA3-CE4F217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Natalia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55CB9-251E-43B3-B75C-01DAF535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Historias y casos de paciente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D7890-124C-436F-91B1-E8D58725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2912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Alex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C4E22-388B-4103-AB47-EF13702A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291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Casos de doctor y exposición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726A5-37FD-455B-92D7-A5AE34E0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Noemy · SM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F3147-2132-4703-BA6D-03F9D2B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Scrum Master · facilita reuniones y acuerdos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DC425-147C-4B17-B6F7-6648D71A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D6A96"/>
                </a:solidFill>
              </a:defRPr>
            </a:pPr>
            <a:r>
              <a:rPr sz="1425" b="1">
                <a:solidFill>
                  <a:srgbClr val="1D6A96"/>
                </a:solidFill>
              </a:rPr>
              <a:t>Pull request → revisión de otro integrante → integración en main</a:t>
            </a:r>
          </a:p>
        </p:txBody>
      </p:sp>
    </p:spTree>
    <p:extLst>
      <p:ext uri="{BB962C8B-B14F-4D97-AF65-F5344CB8AC3E}">
        <p14:creationId xmlns:p14="http://schemas.microsoft.com/office/powerpoint/2010/main" val="1448268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2026-10-15T01:40:03.3500000Z</dcterms:created>
  <dcterms:modified xsi:type="dcterms:W3CDTF">2026-10-15T01:40:03.3500000Z</dcterms:modified>
</coreProperties>
</file>